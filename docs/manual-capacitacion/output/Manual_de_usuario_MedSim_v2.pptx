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144f2777124f3c" /><Relationship Type="http://schemas.openxmlformats.org/officeDocument/2006/relationships/extended-properties" Target="/docProps/app.xml" Id="Rb8be435b823f4828" /><Relationship Type="http://schemas.openxmlformats.org/officeDocument/2006/relationships/officeDocument" Target="/ppt/presentation.xml" Id="R2a2fbe261d9347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d9d78f09db4b62"/>
  </p:sldMasterIdLst>
  <p:notesMasterIdLst>
    <p:notesMasterId xmlns:r="http://schemas.openxmlformats.org/officeDocument/2006/relationships" r:id="R21b29a1865cd40b6"/>
  </p:notesMasterIdLst>
  <p:sldIdLst>
    <p:sldId xmlns:r="http://schemas.openxmlformats.org/officeDocument/2006/relationships" id="256" r:id="R261ea8a2cd4d4afe"/>
    <p:sldId xmlns:r="http://schemas.openxmlformats.org/officeDocument/2006/relationships" id="257" r:id="R3f71c920b3d14d43"/>
    <p:sldId xmlns:r="http://schemas.openxmlformats.org/officeDocument/2006/relationships" id="258" r:id="R46bf3e7dfcff4b18"/>
    <p:sldId xmlns:r="http://schemas.openxmlformats.org/officeDocument/2006/relationships" id="259" r:id="R5e6265d96e334319"/>
    <p:sldId xmlns:r="http://schemas.openxmlformats.org/officeDocument/2006/relationships" id="260" r:id="R46e1c6a0b5cc46da"/>
    <p:sldId xmlns:r="http://schemas.openxmlformats.org/officeDocument/2006/relationships" id="261" r:id="R0d8f6325e64b4e04"/>
    <p:sldId xmlns:r="http://schemas.openxmlformats.org/officeDocument/2006/relationships" id="262" r:id="Rc5722564216348d5"/>
    <p:sldId xmlns:r="http://schemas.openxmlformats.org/officeDocument/2006/relationships" id="263" r:id="R0ed6eaebbeee4c02"/>
    <p:sldId xmlns:r="http://schemas.openxmlformats.org/officeDocument/2006/relationships" id="264" r:id="R6f03a3b68b604c0b"/>
    <p:sldId xmlns:r="http://schemas.openxmlformats.org/officeDocument/2006/relationships" id="265" r:id="Rc9095d4148884d4b"/>
    <p:sldId xmlns:r="http://schemas.openxmlformats.org/officeDocument/2006/relationships" id="266" r:id="R6442e319a9724a8a"/>
    <p:sldId xmlns:r="http://schemas.openxmlformats.org/officeDocument/2006/relationships" id="267" r:id="R200a39060fcd4bb8"/>
    <p:sldId xmlns:r="http://schemas.openxmlformats.org/officeDocument/2006/relationships" id="268" r:id="Rfeb2ccd283ec41c6"/>
    <p:sldId xmlns:r="http://schemas.openxmlformats.org/officeDocument/2006/relationships" id="269" r:id="R4e08e34c12d64ecd"/>
    <p:sldId xmlns:r="http://schemas.openxmlformats.org/officeDocument/2006/relationships" id="270" r:id="Re79df6e502814534"/>
    <p:sldId xmlns:r="http://schemas.openxmlformats.org/officeDocument/2006/relationships" id="271" r:id="R488c9760680e4a4a"/>
    <p:sldId xmlns:r="http://schemas.openxmlformats.org/officeDocument/2006/relationships" id="272" r:id="R3786169a58d84bfd"/>
    <p:sldId xmlns:r="http://schemas.openxmlformats.org/officeDocument/2006/relationships" id="273" r:id="R1723f5c091794424"/>
    <p:sldId xmlns:r="http://schemas.openxmlformats.org/officeDocument/2006/relationships" id="274" r:id="Rfd97b414f417449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b99121c9344fc5" /><Relationship Type="http://schemas.openxmlformats.org/officeDocument/2006/relationships/slideMaster" Target="/ppt/slideMasters/slideMaster1.xml" Id="R5ed9d78f09db4b62" /><Relationship Type="http://schemas.openxmlformats.org/officeDocument/2006/relationships/notesMaster" Target="/ppt/notesMasters/notesMaster1.xml" Id="R21b29a1865cd40b6" /><Relationship Type="http://schemas.openxmlformats.org/officeDocument/2006/relationships/presProps" Target="/ppt/presProps.xml" Id="R1d49a1fce8c04d0a" /><Relationship Type="http://schemas.openxmlformats.org/officeDocument/2006/relationships/tableStyles" Target="/ppt/tableStyles.xml" Id="R0f967731533a42ec" /><Relationship Type="http://schemas.openxmlformats.org/officeDocument/2006/relationships/slide" Target="/ppt/slides/slide1.xml" Id="R261ea8a2cd4d4afe" /><Relationship Type="http://schemas.openxmlformats.org/officeDocument/2006/relationships/slide" Target="/ppt/slides/slide2.xml" Id="R3f71c920b3d14d43" /><Relationship Type="http://schemas.openxmlformats.org/officeDocument/2006/relationships/slide" Target="/ppt/slides/slide3.xml" Id="R46bf3e7dfcff4b18" /><Relationship Type="http://schemas.openxmlformats.org/officeDocument/2006/relationships/slide" Target="/ppt/slides/slide4.xml" Id="R5e6265d96e334319" /><Relationship Type="http://schemas.openxmlformats.org/officeDocument/2006/relationships/slide" Target="/ppt/slides/slide5.xml" Id="R46e1c6a0b5cc46da" /><Relationship Type="http://schemas.openxmlformats.org/officeDocument/2006/relationships/slide" Target="/ppt/slides/slide6.xml" Id="R0d8f6325e64b4e04" /><Relationship Type="http://schemas.openxmlformats.org/officeDocument/2006/relationships/slide" Target="/ppt/slides/slide7.xml" Id="Rc5722564216348d5" /><Relationship Type="http://schemas.openxmlformats.org/officeDocument/2006/relationships/slide" Target="/ppt/slides/slide8.xml" Id="R0ed6eaebbeee4c02" /><Relationship Type="http://schemas.openxmlformats.org/officeDocument/2006/relationships/slide" Target="/ppt/slides/slide9.xml" Id="R6f03a3b68b604c0b" /><Relationship Type="http://schemas.openxmlformats.org/officeDocument/2006/relationships/slide" Target="/ppt/slides/slide10.xml" Id="Rc9095d4148884d4b" /><Relationship Type="http://schemas.openxmlformats.org/officeDocument/2006/relationships/slide" Target="/ppt/slides/slide11.xml" Id="R6442e319a9724a8a" /><Relationship Type="http://schemas.openxmlformats.org/officeDocument/2006/relationships/slide" Target="/ppt/slides/slide12.xml" Id="R200a39060fcd4bb8" /><Relationship Type="http://schemas.openxmlformats.org/officeDocument/2006/relationships/slide" Target="/ppt/slides/slide13.xml" Id="Rfeb2ccd283ec41c6" /><Relationship Type="http://schemas.openxmlformats.org/officeDocument/2006/relationships/slide" Target="/ppt/slides/slide14.xml" Id="R4e08e34c12d64ecd" /><Relationship Type="http://schemas.openxmlformats.org/officeDocument/2006/relationships/slide" Target="/ppt/slides/slide15.xml" Id="Re79df6e502814534" /><Relationship Type="http://schemas.openxmlformats.org/officeDocument/2006/relationships/slide" Target="/ppt/slides/slide16.xml" Id="R488c9760680e4a4a" /><Relationship Type="http://schemas.openxmlformats.org/officeDocument/2006/relationships/slide" Target="/ppt/slides/slide17.xml" Id="R3786169a58d84bfd" /><Relationship Type="http://schemas.openxmlformats.org/officeDocument/2006/relationships/slide" Target="/ppt/slides/slide18.xml" Id="R1723f5c091794424" /><Relationship Type="http://schemas.openxmlformats.org/officeDocument/2006/relationships/slide" Target="/ppt/slides/slide19.xml" Id="Rfd97b414f41744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c347ee6d7143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7f77f078b84733" /><Relationship Type="http://schemas.openxmlformats.org/officeDocument/2006/relationships/notesMaster" Target="/ppt/notesMasters/notesMaster1.xml" Id="Ra498db8e92cc42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13f68730674f83" /><Relationship Type="http://schemas.openxmlformats.org/officeDocument/2006/relationships/notesMaster" Target="/ppt/notesMasters/notesMaster1.xml" Id="R790e88bcb91b4a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5fba13356843d0" /><Relationship Type="http://schemas.openxmlformats.org/officeDocument/2006/relationships/notesMaster" Target="/ppt/notesMasters/notesMaster1.xml" Id="R6abd41f5336c49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f242d080404c47" /><Relationship Type="http://schemas.openxmlformats.org/officeDocument/2006/relationships/notesMaster" Target="/ppt/notesMasters/notesMaster1.xml" Id="Rd244ec5dc79449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4a48acab7145c8" /><Relationship Type="http://schemas.openxmlformats.org/officeDocument/2006/relationships/notesMaster" Target="/ppt/notesMasters/notesMaster1.xml" Id="R47cf6475c68440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6dac77b94c4bd6" /><Relationship Type="http://schemas.openxmlformats.org/officeDocument/2006/relationships/notesMaster" Target="/ppt/notesMasters/notesMaster1.xml" Id="R262cf27c10114b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bafa0ab43d492a" /><Relationship Type="http://schemas.openxmlformats.org/officeDocument/2006/relationships/notesMaster" Target="/ppt/notesMasters/notesMaster1.xml" Id="Rf4ee57e5e6e145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74e31b638249f7" /><Relationship Type="http://schemas.openxmlformats.org/officeDocument/2006/relationships/notesMaster" Target="/ppt/notesMasters/notesMaster1.xml" Id="R3e85590b44fb4e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e7a2fca8bf4979" /><Relationship Type="http://schemas.openxmlformats.org/officeDocument/2006/relationships/notesMaster" Target="/ppt/notesMasters/notesMaster1.xml" Id="Rf9f3277521374e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57733ee7f24a93" /><Relationship Type="http://schemas.openxmlformats.org/officeDocument/2006/relationships/notesMaster" Target="/ppt/notesMasters/notesMaster1.xml" Id="R9a78bbbbb8a040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48a764a2fe4f6b" /><Relationship Type="http://schemas.openxmlformats.org/officeDocument/2006/relationships/notesMaster" Target="/ppt/notesMasters/notesMaster1.xml" Id="R3c91a7e55bd047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0c5fa9d3184a66" /><Relationship Type="http://schemas.openxmlformats.org/officeDocument/2006/relationships/notesMaster" Target="/ppt/notesMasters/notesMaster1.xml" Id="R95951f63b85145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2e8b3372ab4f60" /><Relationship Type="http://schemas.openxmlformats.org/officeDocument/2006/relationships/notesMaster" Target="/ppt/notesMasters/notesMaster1.xml" Id="R55a962e2b6c24a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117d43725d4422" /><Relationship Type="http://schemas.openxmlformats.org/officeDocument/2006/relationships/notesMaster" Target="/ppt/notesMasters/notesMaster1.xml" Id="Ra727d2a2d6c042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bd7a9415884ee0" /><Relationship Type="http://schemas.openxmlformats.org/officeDocument/2006/relationships/notesMaster" Target="/ppt/notesMasters/notesMaster1.xml" Id="R613b865375c142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793c93c3694bd3" /><Relationship Type="http://schemas.openxmlformats.org/officeDocument/2006/relationships/notesMaster" Target="/ppt/notesMasters/notesMaster1.xml" Id="R17060c9507224d9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b26a583c5c54b14" /><Relationship Type="http://schemas.openxmlformats.org/officeDocument/2006/relationships/notesMaster" Target="/ppt/notesMasters/notesMaster1.xml" Id="Rbbd9f98676e447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8160ea97ff6447f" /><Relationship Type="http://schemas.openxmlformats.org/officeDocument/2006/relationships/notesMaster" Target="/ppt/notesMasters/notesMaster1.xml" Id="R028eca3afe73477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5aee313405d40bc" /><Relationship Type="http://schemas.openxmlformats.org/officeDocument/2006/relationships/notesMaster" Target="/ppt/notesMasters/notesMaster1.xml" Id="Rfba71a74acba46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Estructura y tiempos proporcionados por el usuario para la capacitación MedSim.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Estructura y tiempos proporcionados por el usuario para la capacitación MedSim.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de la aplicación MedSim local. Los nombres, legajos, identificadores y mensajes de ejemplo se anonimizaron para la capacitación.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e4d24dd264a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f9d520210a4130" /><Relationship Type="http://schemas.openxmlformats.org/officeDocument/2006/relationships/slideLayout" Target="/ppt/slideLayouts/slideLayout1.xml" Id="R2896ad6fc7654b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96ad6fc7654b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1e2ed073c4772" /><Relationship Type="http://schemas.openxmlformats.org/officeDocument/2006/relationships/image" Target="/ppt/media/image.png" Id="R31398ae883254e78" /><Relationship Type="http://schemas.openxmlformats.org/officeDocument/2006/relationships/notesSlide" Target="/ppt/notesSlides/notesSlide1.xml" Id="Rbfbf4f43324a41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6e0a4cab44096" /><Relationship Type="http://schemas.openxmlformats.org/officeDocument/2006/relationships/notesSlide" Target="/ppt/notesSlides/notesSlide2.xml" Id="R5397968ef56641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b2779cb464244" /><Relationship Type="http://schemas.openxmlformats.org/officeDocument/2006/relationships/image" Target="/ppt/media/image2.png" Id="R29f42e30ecfb4fc3" /><Relationship Type="http://schemas.openxmlformats.org/officeDocument/2006/relationships/notesSlide" Target="/ppt/notesSlides/notesSlide3.xml" Id="Raff6baa40cae4b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a7350ea774a5d" /><Relationship Type="http://schemas.openxmlformats.org/officeDocument/2006/relationships/image" Target="/ppt/media/image3.png" Id="R67e5ed30e3794f4c" /><Relationship Type="http://schemas.openxmlformats.org/officeDocument/2006/relationships/notesSlide" Target="/ppt/notesSlides/notesSlide4.xml" Id="R762593b3a1f94c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263d0d10243ee" /><Relationship Type="http://schemas.openxmlformats.org/officeDocument/2006/relationships/image" Target="/ppt/media/image4.png" Id="R99c556ec25984935" /><Relationship Type="http://schemas.openxmlformats.org/officeDocument/2006/relationships/notesSlide" Target="/ppt/notesSlides/notesSlide5.xml" Id="Rfc0df1666cfa4e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80b9fa86d4599" /><Relationship Type="http://schemas.openxmlformats.org/officeDocument/2006/relationships/image" Target="/ppt/media/image5.png" Id="Rc94bb491c4fb49c0" /><Relationship Type="http://schemas.openxmlformats.org/officeDocument/2006/relationships/notesSlide" Target="/ppt/notesSlides/notesSlide6.xml" Id="Rf1679f4aabbe4a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811d7607b4c0b" /><Relationship Type="http://schemas.openxmlformats.org/officeDocument/2006/relationships/image" Target="/ppt/media/image6.png" Id="R7039aa64d1794f86" /><Relationship Type="http://schemas.openxmlformats.org/officeDocument/2006/relationships/notesSlide" Target="/ppt/notesSlides/notesSlide7.xml" Id="R06313b1134c848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7765a2457462d" /><Relationship Type="http://schemas.openxmlformats.org/officeDocument/2006/relationships/notesSlide" Target="/ppt/notesSlides/notesSlide8.xml" Id="R65ee629d532744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38f739b4a413a" /><Relationship Type="http://schemas.openxmlformats.org/officeDocument/2006/relationships/image" Target="/ppt/media/image7.png" Id="R09ae3a243e104744" /><Relationship Type="http://schemas.openxmlformats.org/officeDocument/2006/relationships/notesSlide" Target="/ppt/notesSlides/notesSlide9.xml" Id="Ree318eef426c48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b719eab5a4966" /><Relationship Type="http://schemas.openxmlformats.org/officeDocument/2006/relationships/image" Target="/ppt/media/image8.png" Id="Rf6f775d47d4f4f02" /><Relationship Type="http://schemas.openxmlformats.org/officeDocument/2006/relationships/notesSlide" Target="/ppt/notesSlides/notesSlide10.xml" Id="R707fc7c57b064b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d5dd3fcc54aad" /><Relationship Type="http://schemas.openxmlformats.org/officeDocument/2006/relationships/image" Target="/ppt/media/image9.png" Id="Rd6d6b3c61b8a4739" /><Relationship Type="http://schemas.openxmlformats.org/officeDocument/2006/relationships/notesSlide" Target="/ppt/notesSlides/notesSlide11.xml" Id="R0b16f6b268724f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b81f590014005" /><Relationship Type="http://schemas.openxmlformats.org/officeDocument/2006/relationships/image" Target="/ppt/media/image10.png" Id="R09128403cf684a59" /><Relationship Type="http://schemas.openxmlformats.org/officeDocument/2006/relationships/notesSlide" Target="/ppt/notesSlides/notesSlide12.xml" Id="Rb7147a1c923247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12dfecf5d4166" /><Relationship Type="http://schemas.openxmlformats.org/officeDocument/2006/relationships/image" Target="/ppt/media/image11.png" Id="Ra61ed211edba48bc" /><Relationship Type="http://schemas.openxmlformats.org/officeDocument/2006/relationships/notesSlide" Target="/ppt/notesSlides/notesSlide13.xml" Id="Re2d056ac908f4d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4d9a70ea8446a" /><Relationship Type="http://schemas.openxmlformats.org/officeDocument/2006/relationships/image" Target="/ppt/media/image12.png" Id="R6667fc7ee8b14e62" /><Relationship Type="http://schemas.openxmlformats.org/officeDocument/2006/relationships/notesSlide" Target="/ppt/notesSlides/notesSlide14.xml" Id="R5e14f6a88cbd47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fce5d4fbb4b35" /><Relationship Type="http://schemas.openxmlformats.org/officeDocument/2006/relationships/image" Target="/ppt/media/image13.png" Id="Rfd0e85dc1d7d4f43" /><Relationship Type="http://schemas.openxmlformats.org/officeDocument/2006/relationships/notesSlide" Target="/ppt/notesSlides/notesSlide15.xml" Id="R08ec494d05a147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fac592e114074" /><Relationship Type="http://schemas.openxmlformats.org/officeDocument/2006/relationships/image" Target="/ppt/media/image14.png" Id="R646f11d5d6e64a3c" /><Relationship Type="http://schemas.openxmlformats.org/officeDocument/2006/relationships/notesSlide" Target="/ppt/notesSlides/notesSlide16.xml" Id="R06330a28b4f74a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82872c74b4b0d" /><Relationship Type="http://schemas.openxmlformats.org/officeDocument/2006/relationships/image" Target="/ppt/media/image15.png" Id="Rb4de94af77e94e49" /><Relationship Type="http://schemas.openxmlformats.org/officeDocument/2006/relationships/notesSlide" Target="/ppt/notesSlides/notesSlide17.xml" Id="R8f4984cad2514d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d69c1447f430a" /><Relationship Type="http://schemas.openxmlformats.org/officeDocument/2006/relationships/image" Target="/ppt/media/image16.png" Id="Ref3006f155f04589" /><Relationship Type="http://schemas.openxmlformats.org/officeDocument/2006/relationships/notesSlide" Target="/ppt/notesSlides/notesSlide18.xml" Id="R1e41546f1f8c4b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c9a78eae748a7" /><Relationship Type="http://schemas.openxmlformats.org/officeDocument/2006/relationships/image" Target="/ppt/media/image17.png" Id="R7c0c146e16e04e16" /><Relationship Type="http://schemas.openxmlformats.org/officeDocument/2006/relationships/notesSlide" Target="/ppt/notesSlides/notesSlide19.xml" Id="Rcdce9fa452c24f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4FA20-F602-49D3-BF01-3218678F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MedSim · Manual de usuario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98ae883254e78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43DFD-0DFB-4A77-BEA8-88512A41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Capacitación docente en dos encuentros de 120 minutos. La pantalla inicial separa el acceso del evaluador y del estudiante.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AEF76-9E6D-4836-9ACE-D3BF2DAF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01 / 19</a:t>
            </a:r>
          </a:p>
        </p:txBody>
      </p:sp>
    </p:spTree>
    <p:extLst>
      <p:ext uri="{BB962C8B-B14F-4D97-AF65-F5344CB8AC3E}">
        <p14:creationId xmlns:p14="http://schemas.microsoft.com/office/powerpoint/2010/main" val="1433387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E8814-3E67-41AC-83F2-FF50FFBD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333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Encuentro 1 · Fundamentos y experiencia del estudiante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959A0-0BF8-4473-AB9C-C8B2D844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304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Objetivo: comprender el marco pedagógico y experimentar la plataforma desde el rol del alumno.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90836-BD32-4936-8302-CE60BB82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60 min · Fundamentos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1E8F4-57AB-403A-AB8F-0AC636D4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609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Simulación en el nivel “demuestra cómo”. Paciente virtual con lenguaje argentino y datos que surgen durante la entrevista.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0AB43-E5AC-4EDA-B9D8-F10DBAAB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60 min · Práctica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04D7A-1253-4EB2-A9CC-CD9AF2C9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609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Actividad 1: entrevista por texto con el caso demo.</a:t>
            </a:r>
          </a:p>
          <a:p xmlns:a="http://schemas.openxmlformats.org/drawingml/2006/main">
            <a:pPr>
              <a:defRPr sz="21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Actividad 2: entrevista por voz con micrófono.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E3710-A68A-48D5-A16D-57E0EEEC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 / 19</a:t>
            </a:r>
          </a:p>
        </p:txBody>
      </p:sp>
    </p:spTree>
    <p:extLst>
      <p:ext uri="{BB962C8B-B14F-4D97-AF65-F5344CB8AC3E}">
        <p14:creationId xmlns:p14="http://schemas.microsoft.com/office/powerpoint/2010/main" val="53751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4223F-8E32-4C99-9404-4885B01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Estudiante: espera de sesión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42e30ecfb4fc3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F6B28-7A85-4592-8E1D-F18C6CD5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El estudiante espera a que el evaluador inicie el encuentro; el consultorio se abre al detectar la sesión.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21ABD-24E4-4DB9-8E23-03A281F7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 / 19</a:t>
            </a:r>
          </a:p>
        </p:txBody>
      </p:sp>
    </p:spTree>
    <p:extLst>
      <p:ext uri="{BB962C8B-B14F-4D97-AF65-F5344CB8AC3E}">
        <p14:creationId xmlns:p14="http://schemas.microsoft.com/office/powerpoint/2010/main" val="6293257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0F738-E445-4FCB-B144-9E57C0C3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Estudiante: historial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5ed30e3794f4c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0740C-D5D1-4FB0-A801-06EFC88D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Desde el historial se pueden consultar sesiones anteriores y entrar en una conversación activa.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866FF-818E-417D-8ABD-876E7F6B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 / 19</a:t>
            </a:r>
          </a:p>
        </p:txBody>
      </p:sp>
    </p:spTree>
    <p:extLst>
      <p:ext uri="{BB962C8B-B14F-4D97-AF65-F5344CB8AC3E}">
        <p14:creationId xmlns:p14="http://schemas.microsoft.com/office/powerpoint/2010/main" val="160115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864D9-4E22-41B6-8238-B11C6A6C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Actividad 1 · Entrevista por texto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556ec25984935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BCB71-19AF-4BBF-A1FA-FB8D1951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El estudiante formula preguntas al paciente virtual y recibe sus respuestas durante la consulta.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0D240-2EE2-47E5-8522-41487C6C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 / 19</a:t>
            </a:r>
          </a:p>
        </p:txBody>
      </p:sp>
    </p:spTree>
    <p:extLst>
      <p:ext uri="{BB962C8B-B14F-4D97-AF65-F5344CB8AC3E}">
        <p14:creationId xmlns:p14="http://schemas.microsoft.com/office/powerpoint/2010/main" val="542554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EC141-E85E-4770-9022-0985F747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Actividad 2 · Entrevista por voz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bb491c4fb49c0"/>
          <a:stretch xmlns:a="http://schemas.openxmlformats.org/drawingml/2006/main"/>
        </p:blipFill>
        <p:spPr>
          <a:xfrm xmlns:a="http://schemas.openxmlformats.org/drawingml/2006/main">
            <a:off x="1190625" y="2653920"/>
            <a:ext cx="12858750" cy="316941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AA27E-BFBD-4A80-9AB8-7621BE8C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El control de micrófono permite dictar preguntas y practicar la anamnesis con la inmediatez de una consulta oral.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D5BBD-9A46-4EDF-B995-4AA31912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 / 19</a:t>
            </a:r>
          </a:p>
        </p:txBody>
      </p:sp>
    </p:spTree>
    <p:extLst>
      <p:ext uri="{BB962C8B-B14F-4D97-AF65-F5344CB8AC3E}">
        <p14:creationId xmlns:p14="http://schemas.microsoft.com/office/powerpoint/2010/main" val="20309062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716BD-9144-4782-9842-B2759835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Ficha clínica del estudiante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9aa64d1794f86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7E686-BD5F-4952-8E90-6C7802B7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 la derecha se ven triage, antecedentes y estudios. La resolución diagnóstica queda reservada al evaluador.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4C6EF-DB13-45BD-9562-121AFD38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 / 19</a:t>
            </a:r>
          </a:p>
        </p:txBody>
      </p:sp>
    </p:spTree>
    <p:extLst>
      <p:ext uri="{BB962C8B-B14F-4D97-AF65-F5344CB8AC3E}">
        <p14:creationId xmlns:p14="http://schemas.microsoft.com/office/powerpoint/2010/main" val="17007368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69EAB-37F0-48C7-8257-604A978C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333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Encuentro 2 · Gestión docente y evaluación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2587A-0F7A-4831-AE7E-EF2EFB29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304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Objetivo: gestionar casos y estudiantes, iniciar simulaciones y evaluar la comunicación clínica.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A5CA8-BF01-4C22-861F-491D95AF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60 min · Gestión y evaluación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04715-A9A0-44C7-9863-EE4048D2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609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Banco de pacientes, asignación de estudiantes, 25 ítems SEGUE y reporte PDF.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9D522-AD57-4C25-86F6-B4DE1042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749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7490"/>
                </a:solidFill>
                <a:latin typeface="Arial"/>
                <a:ea typeface="Arial"/>
                <a:cs typeface="Arial"/>
              </a:rPr>
              <a:t>60 min · Práctica docente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A752B-C596-45A5-80B0-E6005D7A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609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Actividad 3: diseñar un caso con información espontánea y condicional.</a:t>
            </a:r>
          </a:p>
          <a:p xmlns:a="http://schemas.openxmlformats.org/drawingml/2006/main">
            <a:pPr>
              <a:defRPr sz="210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Actividad 4: evaluación cruzada entre compañeros.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E76DF-3350-405A-AFB2-8A22696A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 / 19</a:t>
            </a:r>
          </a:p>
        </p:txBody>
      </p:sp>
    </p:spTree>
    <p:extLst>
      <p:ext uri="{BB962C8B-B14F-4D97-AF65-F5344CB8AC3E}">
        <p14:creationId xmlns:p14="http://schemas.microsoft.com/office/powerpoint/2010/main" val="434858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81325-86BE-406F-A25C-091BE2D5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Banco de pacientes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e3a243e104744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9DDB4-4084-4DAC-81F2-21AB9149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El docente revisa los casos disponibles, edita uno existente o inicia la creación de un paciente.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AB09F-4B48-49AC-8B2B-3BC6535F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 / 19</a:t>
            </a:r>
          </a:p>
        </p:txBody>
      </p:sp>
    </p:spTree>
    <p:extLst>
      <p:ext uri="{BB962C8B-B14F-4D97-AF65-F5344CB8AC3E}">
        <p14:creationId xmlns:p14="http://schemas.microsoft.com/office/powerpoint/2010/main" val="14130821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60377-EEFA-4B56-A0F9-1CBEB15D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Caso: situación inicial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775d47d4f4f02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12893-3322-4B32-B2A3-409874A4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Cargá identidad, motivo de consulta y voz. Los campos marcados con asterisco sostienen la conversación.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356E2-C858-4B66-B40C-AD16FBE0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 / 19</a:t>
            </a:r>
          </a:p>
        </p:txBody>
      </p:sp>
    </p:spTree>
    <p:extLst>
      <p:ext uri="{BB962C8B-B14F-4D97-AF65-F5344CB8AC3E}">
        <p14:creationId xmlns:p14="http://schemas.microsoft.com/office/powerpoint/2010/main" val="13972111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750E5-0DF9-4CC5-97C1-E341F948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Caso: perspectiva del paciente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6b3c61b8a4739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34956-B8E2-4109-8F83-3E5D8E13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Definí qué cree o teme, cómo le afecta el problema y qué espera de la consulta.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0183C-AE83-45BC-833B-AECF8DAC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11 / 19</a:t>
            </a:r>
          </a:p>
        </p:txBody>
      </p:sp>
    </p:spTree>
    <p:extLst>
      <p:ext uri="{BB962C8B-B14F-4D97-AF65-F5344CB8AC3E}">
        <p14:creationId xmlns:p14="http://schemas.microsoft.com/office/powerpoint/2010/main" val="17986810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C3A05-43A2-4687-B521-A3952FB5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Caso: revelación progresiva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28403cf684a59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ED375-24DC-4802-9A54-CE90D956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Separá lo que cuenta al inicio, lo que amplía ante preguntas abiertas y lo que responde a preguntas concretas.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0E2BA-509B-4B11-A2B7-D88EE4F8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 / 19</a:t>
            </a:r>
          </a:p>
        </p:txBody>
      </p:sp>
    </p:spTree>
    <p:extLst>
      <p:ext uri="{BB962C8B-B14F-4D97-AF65-F5344CB8AC3E}">
        <p14:creationId xmlns:p14="http://schemas.microsoft.com/office/powerpoint/2010/main" val="12777287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D4017-1B2F-4B58-9DFA-16504DA3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Caso: datos clínicos visibles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ed211edba48bc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EA80F-B33F-4537-9A6B-7F6431A5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Los datos administrativos y antecedentes de este paso aparecen en la ficha clínica del estudiante.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791E1-4E46-427D-96DF-1FEBFDBF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13 / 19</a:t>
            </a:r>
          </a:p>
        </p:txBody>
      </p:sp>
    </p:spTree>
    <p:extLst>
      <p:ext uri="{BB962C8B-B14F-4D97-AF65-F5344CB8AC3E}">
        <p14:creationId xmlns:p14="http://schemas.microsoft.com/office/powerpoint/2010/main" val="5663395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25B18-D39E-408D-B727-313C60C7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Caso: resolución para el evaluador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7fc7ee8b14e62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776BF-86C7-4010-AF1A-22387890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Completá diagnóstico y plan. Al terminar el último paso, usá Guardar paciente.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1B60C-8BA1-4899-B1C2-16D43A7D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14 / 19</a:t>
            </a:r>
          </a:p>
        </p:txBody>
      </p:sp>
    </p:spTree>
    <p:extLst>
      <p:ext uri="{BB962C8B-B14F-4D97-AF65-F5344CB8AC3E}">
        <p14:creationId xmlns:p14="http://schemas.microsoft.com/office/powerpoint/2010/main" val="4314884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F9CB1-4EA7-4B4C-A6A3-0A0002E4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Administración de estudiantes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e85dc1d7d4f43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CC076-BDB1-4EFF-BC83-5929004D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Revisá el padrón y abrí el formulario de alta desde Nuevo estudiante.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62A50-AC67-48DB-8EFA-083AEBB6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15 / 19</a:t>
            </a:r>
          </a:p>
        </p:txBody>
      </p:sp>
    </p:spTree>
    <p:extLst>
      <p:ext uri="{BB962C8B-B14F-4D97-AF65-F5344CB8AC3E}">
        <p14:creationId xmlns:p14="http://schemas.microsoft.com/office/powerpoint/2010/main" val="7342758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44FC5-E1C7-4BE1-B9DE-868CA83C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Alta de estudiantes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f11d5d6e64a3c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EF430-8E99-44BC-AC47-05F64289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Registrá el legajo o DNI y el nombre completo antes de guardar.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BC0B5-C671-4996-940A-4E513D1F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16 / 19</a:t>
            </a:r>
          </a:p>
        </p:txBody>
      </p:sp>
    </p:spTree>
    <p:extLst>
      <p:ext uri="{BB962C8B-B14F-4D97-AF65-F5344CB8AC3E}">
        <p14:creationId xmlns:p14="http://schemas.microsoft.com/office/powerpoint/2010/main" val="14448924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46609-9DBF-434B-B764-8AB38C27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Panel de conversaciones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e94af77e94e49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4108D-8301-4C7B-A88F-1F8D11EB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Consultá el estado de cada simulación y abrí un encuentro para observarlo o evaluarlo.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E0EF3-AF20-4515-B523-8D4B140E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17 / 19</a:t>
            </a:r>
          </a:p>
        </p:txBody>
      </p:sp>
    </p:spTree>
    <p:extLst>
      <p:ext uri="{BB962C8B-B14F-4D97-AF65-F5344CB8AC3E}">
        <p14:creationId xmlns:p14="http://schemas.microsoft.com/office/powerpoint/2010/main" val="3916237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90CB9-CF91-4B01-9CCE-C37ABDEB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Inicio de una simulación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006f155f04589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2E549-E09D-49E1-BC77-246B86CC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Elegí paciente, estudiante y evaluador. Iniciar simulación habilita el encuentro.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12211-E696-475D-A4E7-C8189324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18 / 19</a:t>
            </a:r>
          </a:p>
        </p:txBody>
      </p:sp>
    </p:spTree>
    <p:extLst>
      <p:ext uri="{BB962C8B-B14F-4D97-AF65-F5344CB8AC3E}">
        <p14:creationId xmlns:p14="http://schemas.microsoft.com/office/powerpoint/2010/main" val="7482851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3B524-B13D-4309-9E0F-015746CD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23B5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B50"/>
                </a:solidFill>
                <a:latin typeface="Arial"/>
                <a:ea typeface="Arial"/>
                <a:cs typeface="Arial"/>
              </a:rPr>
              <a:t>Evaluación estructurada SEGUE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c146e16e04e16"/>
          <a:stretch xmlns:a="http://schemas.openxmlformats.org/drawingml/2006/main"/>
        </p:blipFill>
        <p:spPr>
          <a:xfrm xmlns:a="http://schemas.openxmlformats.org/drawingml/2006/main">
            <a:off x="1185333" y="723900"/>
            <a:ext cx="12869333" cy="723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09FDB-150C-4787-81B0-4E479922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010525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Leé la transcripción, marcá los 25 ítems SEGUE, anotá observaciones y descargá el reporte PDF.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CE14C-99FB-40AB-AE40-ECFA36F2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20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19 / 19</a:t>
            </a:r>
          </a:p>
        </p:txBody>
      </p:sp>
    </p:spTree>
    <p:extLst>
      <p:ext uri="{BB962C8B-B14F-4D97-AF65-F5344CB8AC3E}">
        <p14:creationId xmlns:p14="http://schemas.microsoft.com/office/powerpoint/2010/main" val="528253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2026-09-21T02:58:47.5220000Z</dcterms:created>
  <dcterms:modified xsi:type="dcterms:W3CDTF">2026-09-21T02:58:47.5220000Z</dcterms:modified>
</coreProperties>
</file>