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c1b9524ce4253" /><Relationship Type="http://schemas.openxmlformats.org/officeDocument/2006/relationships/extended-properties" Target="/docProps/app.xml" Id="R6f1c71be5dbf4c7c" /><Relationship Type="http://schemas.openxmlformats.org/officeDocument/2006/relationships/officeDocument" Target="/ppt/presentation.xml" Id="R5abfddf83b5245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8441194ad4957"/>
  </p:sldMasterIdLst>
  <p:notesMasterIdLst>
    <p:notesMasterId xmlns:r="http://schemas.openxmlformats.org/officeDocument/2006/relationships" r:id="R110f1c721c9049a3"/>
  </p:notesMasterIdLst>
  <p:sldIdLst>
    <p:sldId xmlns:r="http://schemas.openxmlformats.org/officeDocument/2006/relationships" id="256" r:id="R5d2cd4a5f429469b"/>
    <p:sldId xmlns:r="http://schemas.openxmlformats.org/officeDocument/2006/relationships" id="257" r:id="R9b5776663a984156"/>
    <p:sldId xmlns:r="http://schemas.openxmlformats.org/officeDocument/2006/relationships" id="258" r:id="Re1f7a06917464ba8"/>
    <p:sldId xmlns:r="http://schemas.openxmlformats.org/officeDocument/2006/relationships" id="259" r:id="R701b88a7ab764c6d"/>
    <p:sldId xmlns:r="http://schemas.openxmlformats.org/officeDocument/2006/relationships" id="260" r:id="R1713eccbc20a4993"/>
    <p:sldId xmlns:r="http://schemas.openxmlformats.org/officeDocument/2006/relationships" id="261" r:id="Ra321e72217334403"/>
    <p:sldId xmlns:r="http://schemas.openxmlformats.org/officeDocument/2006/relationships" id="262" r:id="R64b9cabf9a7048fd"/>
    <p:sldId xmlns:r="http://schemas.openxmlformats.org/officeDocument/2006/relationships" id="263" r:id="R31d504df06ac42cc"/>
    <p:sldId xmlns:r="http://schemas.openxmlformats.org/officeDocument/2006/relationships" id="264" r:id="R20dc3c977fa14050"/>
    <p:sldId xmlns:r="http://schemas.openxmlformats.org/officeDocument/2006/relationships" id="265" r:id="Rb6eeb23854744c57"/>
    <p:sldId xmlns:r="http://schemas.openxmlformats.org/officeDocument/2006/relationships" id="266" r:id="R40b21762d4154d70"/>
    <p:sldId xmlns:r="http://schemas.openxmlformats.org/officeDocument/2006/relationships" id="267" r:id="R36dd6608966241bd"/>
    <p:sldId xmlns:r="http://schemas.openxmlformats.org/officeDocument/2006/relationships" id="268" r:id="R2cd0ece30b884a7f"/>
    <p:sldId xmlns:r="http://schemas.openxmlformats.org/officeDocument/2006/relationships" id="269" r:id="R10a1bfbcd146493d"/>
    <p:sldId xmlns:r="http://schemas.openxmlformats.org/officeDocument/2006/relationships" id="270" r:id="R9e5d6228e9444e2b"/>
    <p:sldId xmlns:r="http://schemas.openxmlformats.org/officeDocument/2006/relationships" id="271" r:id="Rd74661ce57db4729"/>
    <p:sldId xmlns:r="http://schemas.openxmlformats.org/officeDocument/2006/relationships" id="272" r:id="R699fdd5293eb4b17"/>
    <p:sldId xmlns:r="http://schemas.openxmlformats.org/officeDocument/2006/relationships" id="273" r:id="R87aa8237d40b41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ea9375d22947c8" /><Relationship Type="http://schemas.openxmlformats.org/officeDocument/2006/relationships/slideMaster" Target="/ppt/slideMasters/slideMaster1.xml" Id="R1a88441194ad4957" /><Relationship Type="http://schemas.openxmlformats.org/officeDocument/2006/relationships/notesMaster" Target="/ppt/notesMasters/notesMaster1.xml" Id="R110f1c721c9049a3" /><Relationship Type="http://schemas.openxmlformats.org/officeDocument/2006/relationships/presProps" Target="/ppt/presProps.xml" Id="Re37aa9a2b9954589" /><Relationship Type="http://schemas.openxmlformats.org/officeDocument/2006/relationships/tableStyles" Target="/ppt/tableStyles.xml" Id="R89d82494e9534ae5" /><Relationship Type="http://schemas.openxmlformats.org/officeDocument/2006/relationships/slide" Target="/ppt/slides/slide1.xml" Id="R5d2cd4a5f429469b" /><Relationship Type="http://schemas.openxmlformats.org/officeDocument/2006/relationships/slide" Target="/ppt/slides/slide2.xml" Id="R9b5776663a984156" /><Relationship Type="http://schemas.openxmlformats.org/officeDocument/2006/relationships/slide" Target="/ppt/slides/slide3.xml" Id="Re1f7a06917464ba8" /><Relationship Type="http://schemas.openxmlformats.org/officeDocument/2006/relationships/slide" Target="/ppt/slides/slide4.xml" Id="R701b88a7ab764c6d" /><Relationship Type="http://schemas.openxmlformats.org/officeDocument/2006/relationships/slide" Target="/ppt/slides/slide5.xml" Id="R1713eccbc20a4993" /><Relationship Type="http://schemas.openxmlformats.org/officeDocument/2006/relationships/slide" Target="/ppt/slides/slide6.xml" Id="Ra321e72217334403" /><Relationship Type="http://schemas.openxmlformats.org/officeDocument/2006/relationships/slide" Target="/ppt/slides/slide7.xml" Id="R64b9cabf9a7048fd" /><Relationship Type="http://schemas.openxmlformats.org/officeDocument/2006/relationships/slide" Target="/ppt/slides/slide8.xml" Id="R31d504df06ac42cc" /><Relationship Type="http://schemas.openxmlformats.org/officeDocument/2006/relationships/slide" Target="/ppt/slides/slide9.xml" Id="R20dc3c977fa14050" /><Relationship Type="http://schemas.openxmlformats.org/officeDocument/2006/relationships/slide" Target="/ppt/slides/slide10.xml" Id="Rb6eeb23854744c57" /><Relationship Type="http://schemas.openxmlformats.org/officeDocument/2006/relationships/slide" Target="/ppt/slides/slide11.xml" Id="R40b21762d4154d70" /><Relationship Type="http://schemas.openxmlformats.org/officeDocument/2006/relationships/slide" Target="/ppt/slides/slide12.xml" Id="R36dd6608966241bd" /><Relationship Type="http://schemas.openxmlformats.org/officeDocument/2006/relationships/slide" Target="/ppt/slides/slide13.xml" Id="R2cd0ece30b884a7f" /><Relationship Type="http://schemas.openxmlformats.org/officeDocument/2006/relationships/slide" Target="/ppt/slides/slide14.xml" Id="R10a1bfbcd146493d" /><Relationship Type="http://schemas.openxmlformats.org/officeDocument/2006/relationships/slide" Target="/ppt/slides/slide15.xml" Id="R9e5d6228e9444e2b" /><Relationship Type="http://schemas.openxmlformats.org/officeDocument/2006/relationships/slide" Target="/ppt/slides/slide16.xml" Id="Rd74661ce57db4729" /><Relationship Type="http://schemas.openxmlformats.org/officeDocument/2006/relationships/slide" Target="/ppt/slides/slide17.xml" Id="R699fdd5293eb4b17" /><Relationship Type="http://schemas.openxmlformats.org/officeDocument/2006/relationships/slide" Target="/ppt/slides/slide18.xml" Id="R87aa8237d40b41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ba25d1a4c49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4a219bc8c94b81" /><Relationship Type="http://schemas.openxmlformats.org/officeDocument/2006/relationships/notesMaster" Target="/ppt/notesMasters/notesMaster1.xml" Id="R698c7d10503b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8cc5229f24191" /><Relationship Type="http://schemas.openxmlformats.org/officeDocument/2006/relationships/notesMaster" Target="/ppt/notesMasters/notesMaster1.xml" Id="R67cc4061b2cb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d8e255939e4834" /><Relationship Type="http://schemas.openxmlformats.org/officeDocument/2006/relationships/notesMaster" Target="/ppt/notesMasters/notesMaster1.xml" Id="R160dbb448a6243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194f203d14151" /><Relationship Type="http://schemas.openxmlformats.org/officeDocument/2006/relationships/notesMaster" Target="/ppt/notesMasters/notesMaster1.xml" Id="R639b8cefec9a4c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a376b9f9e4fab" /><Relationship Type="http://schemas.openxmlformats.org/officeDocument/2006/relationships/notesMaster" Target="/ppt/notesMasters/notesMaster1.xml" Id="Rc5deab819d32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e871acbbec4a07" /><Relationship Type="http://schemas.openxmlformats.org/officeDocument/2006/relationships/notesMaster" Target="/ppt/notesMasters/notesMaster1.xml" Id="R91316b924f4944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933308dc674da5" /><Relationship Type="http://schemas.openxmlformats.org/officeDocument/2006/relationships/notesMaster" Target="/ppt/notesMasters/notesMaster1.xml" Id="R4f1d7645b45e40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49b58a62c54070" /><Relationship Type="http://schemas.openxmlformats.org/officeDocument/2006/relationships/notesMaster" Target="/ppt/notesMasters/notesMaster1.xml" Id="Rf32833d7f9c941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72de9ce87a470a" /><Relationship Type="http://schemas.openxmlformats.org/officeDocument/2006/relationships/notesMaster" Target="/ppt/notesMasters/notesMaster1.xml" Id="Ra0280e033a1b40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34b19244314aa3" /><Relationship Type="http://schemas.openxmlformats.org/officeDocument/2006/relationships/notesMaster" Target="/ppt/notesMasters/notesMaster1.xml" Id="R6e55ec21366e42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921210008a436a" /><Relationship Type="http://schemas.openxmlformats.org/officeDocument/2006/relationships/notesMaster" Target="/ppt/notesMasters/notesMaster1.xml" Id="Rcdb7934517634d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61e245d65947d2" /><Relationship Type="http://schemas.openxmlformats.org/officeDocument/2006/relationships/notesMaster" Target="/ppt/notesMasters/notesMaster1.xml" Id="R15b12c3f8b9c4a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13860adb7404f" /><Relationship Type="http://schemas.openxmlformats.org/officeDocument/2006/relationships/notesMaster" Target="/ppt/notesMasters/notesMaster1.xml" Id="R001ce70457034f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dae417208d474c" /><Relationship Type="http://schemas.openxmlformats.org/officeDocument/2006/relationships/notesMaster" Target="/ppt/notesMasters/notesMaster1.xml" Id="R7dcb9a3632ad4d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8f9e7eb3b24fd2" /><Relationship Type="http://schemas.openxmlformats.org/officeDocument/2006/relationships/notesMaster" Target="/ppt/notesMasters/notesMaster1.xml" Id="R76966e7bc0a647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0550afd33d4057" /><Relationship Type="http://schemas.openxmlformats.org/officeDocument/2006/relationships/notesMaster" Target="/ppt/notesMasters/notesMaster1.xml" Id="R372cb751483348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9a0a6200b04fef" /><Relationship Type="http://schemas.openxmlformats.org/officeDocument/2006/relationships/notesMaster" Target="/ppt/notesMasters/notesMaster1.xml" Id="R79afb2e29dff4f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61375697c34e4f" /><Relationship Type="http://schemas.openxmlformats.org/officeDocument/2006/relationships/notesMaster" Target="/ppt/notesMasters/notesMaster1.xml" Id="R682fe4151db9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y tiempos proporcionados por el usuario para la capacitación MedSim.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y tiempos proporcionados por el usuario para la capacitación MedSim.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ee6551543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b63feb0b714c5c" /><Relationship Type="http://schemas.openxmlformats.org/officeDocument/2006/relationships/slideLayout" Target="/ppt/slideLayouts/slideLayout1.xml" Id="R63926a3a0b8d4d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26a3a0b8d4d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e7af8aecc4bc0" /><Relationship Type="http://schemas.openxmlformats.org/officeDocument/2006/relationships/image" Target="/ppt/media/image.png" Id="R4004105bae1f421d" /><Relationship Type="http://schemas.openxmlformats.org/officeDocument/2006/relationships/notesSlide" Target="/ppt/notesSlides/notesSlide1.xml" Id="R6da0dd3b614c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3ed390c6046cc" /><Relationship Type="http://schemas.openxmlformats.org/officeDocument/2006/relationships/notesSlide" Target="/ppt/notesSlides/notesSlide2.xml" Id="Re63c0066108f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6e895692f40d9" /><Relationship Type="http://schemas.openxmlformats.org/officeDocument/2006/relationships/image" Target="/ppt/media/image2.png" Id="Rde65c42a73f04173" /><Relationship Type="http://schemas.openxmlformats.org/officeDocument/2006/relationships/notesSlide" Target="/ppt/notesSlides/notesSlide3.xml" Id="Rebaac5457eca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dd8113ae943e6" /><Relationship Type="http://schemas.openxmlformats.org/officeDocument/2006/relationships/image" Target="/ppt/media/image3.png" Id="R1c8900877eb14556" /><Relationship Type="http://schemas.openxmlformats.org/officeDocument/2006/relationships/notesSlide" Target="/ppt/notesSlides/notesSlide4.xml" Id="R8af9f8b31892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0154888314b0d" /><Relationship Type="http://schemas.openxmlformats.org/officeDocument/2006/relationships/image" Target="/ppt/media/image4.png" Id="R795a9d2858fe4530" /><Relationship Type="http://schemas.openxmlformats.org/officeDocument/2006/relationships/notesSlide" Target="/ppt/notesSlides/notesSlide5.xml" Id="Rff121fe6bb6f42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ad8f87bac4036" /><Relationship Type="http://schemas.openxmlformats.org/officeDocument/2006/relationships/image" Target="/ppt/media/image5.png" Id="R5b05276f165b41e9" /><Relationship Type="http://schemas.openxmlformats.org/officeDocument/2006/relationships/notesSlide" Target="/ppt/notesSlides/notesSlide6.xml" Id="R73dbcd3fe67e4a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e4e135db04ee9" /><Relationship Type="http://schemas.openxmlformats.org/officeDocument/2006/relationships/notesSlide" Target="/ppt/notesSlides/notesSlide7.xml" Id="R55b33426acac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0cd112b1f49d0" /><Relationship Type="http://schemas.openxmlformats.org/officeDocument/2006/relationships/image" Target="/ppt/media/image6.png" Id="R0164d8a048704ed5" /><Relationship Type="http://schemas.openxmlformats.org/officeDocument/2006/relationships/notesSlide" Target="/ppt/notesSlides/notesSlide8.xml" Id="Rd1214ff227ba45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2c16eab8e4ad3" /><Relationship Type="http://schemas.openxmlformats.org/officeDocument/2006/relationships/image" Target="/ppt/media/image7.png" Id="R848985ac54b9400c" /><Relationship Type="http://schemas.openxmlformats.org/officeDocument/2006/relationships/notesSlide" Target="/ppt/notesSlides/notesSlide9.xml" Id="R24045c0d41a2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84a07fec4806" /><Relationship Type="http://schemas.openxmlformats.org/officeDocument/2006/relationships/image" Target="/ppt/media/image8.png" Id="R21423b05832b401a" /><Relationship Type="http://schemas.openxmlformats.org/officeDocument/2006/relationships/notesSlide" Target="/ppt/notesSlides/notesSlide10.xml" Id="Rc9532cda51174f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c18b08a134c55" /><Relationship Type="http://schemas.openxmlformats.org/officeDocument/2006/relationships/image" Target="/ppt/media/image9.png" Id="R31401689794c415d" /><Relationship Type="http://schemas.openxmlformats.org/officeDocument/2006/relationships/notesSlide" Target="/ppt/notesSlides/notesSlide11.xml" Id="Rc8ae9d638ac04c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08a6b54a04f3b" /><Relationship Type="http://schemas.openxmlformats.org/officeDocument/2006/relationships/image" Target="/ppt/media/image10.png" Id="R884f5a35b5034386" /><Relationship Type="http://schemas.openxmlformats.org/officeDocument/2006/relationships/notesSlide" Target="/ppt/notesSlides/notesSlide12.xml" Id="R7b228224525c4f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2cb6bcec423f" /><Relationship Type="http://schemas.openxmlformats.org/officeDocument/2006/relationships/image" Target="/ppt/media/image11.png" Id="R49a5687cdc0d4d77" /><Relationship Type="http://schemas.openxmlformats.org/officeDocument/2006/relationships/notesSlide" Target="/ppt/notesSlides/notesSlide13.xml" Id="Rd6a4bb2fe6a842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b00dcb1f84938" /><Relationship Type="http://schemas.openxmlformats.org/officeDocument/2006/relationships/image" Target="/ppt/media/image12.png" Id="R979def88a5a44089" /><Relationship Type="http://schemas.openxmlformats.org/officeDocument/2006/relationships/notesSlide" Target="/ppt/notesSlides/notesSlide14.xml" Id="R396f5529998a4c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24e6930b4195" /><Relationship Type="http://schemas.openxmlformats.org/officeDocument/2006/relationships/image" Target="/ppt/media/image13.png" Id="Rd752f863f4a149e5" /><Relationship Type="http://schemas.openxmlformats.org/officeDocument/2006/relationships/notesSlide" Target="/ppt/notesSlides/notesSlide15.xml" Id="Rc6e51eae64b84d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d8ab7f96148e7" /><Relationship Type="http://schemas.openxmlformats.org/officeDocument/2006/relationships/image" Target="/ppt/media/image14.png" Id="R48b126e2376b4e5c" /><Relationship Type="http://schemas.openxmlformats.org/officeDocument/2006/relationships/notesSlide" Target="/ppt/notesSlides/notesSlide16.xml" Id="R043b7ca40f2146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f1600d1e5495c" /><Relationship Type="http://schemas.openxmlformats.org/officeDocument/2006/relationships/image" Target="/ppt/media/image15.png" Id="Rd5ce1b1a5f764a96" /><Relationship Type="http://schemas.openxmlformats.org/officeDocument/2006/relationships/notesSlide" Target="/ppt/notesSlides/notesSlide17.xml" Id="Rbfde01b32d9d44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1fefaed604ebf" /><Relationship Type="http://schemas.openxmlformats.org/officeDocument/2006/relationships/image" Target="/ppt/media/image16.png" Id="R6f289ef82c62414d" /><Relationship Type="http://schemas.openxmlformats.org/officeDocument/2006/relationships/notesSlide" Target="/ppt/notesSlides/notesSlide18.xml" Id="Re5ac0b56dc08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28595-0CE4-4F00-913E-A21033C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MedSim · Manual de usuario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4105bae1f421d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5D88B-9650-4CAB-8C0F-4277CE85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Capacitación docente en dos encuentros de 120 minutos. La pantalla inicial separa el acceso del evaluador y del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4B767-8DE8-40A2-AEFA-523F1457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895593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E5165-D1E6-4177-84EA-B316ADE5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333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Encuentro 1 · Fundamentos y experiencia del estudiante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EB3C3-C5BE-4A6C-9AF4-588D66F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04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Objetivo: comprender el marco pedagógico y experimentar la plataforma desde el rol del alumno.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F6210-B40D-4D27-BD1B-CDC11874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Fundamentos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7A7D-2102-4392-B9B0-A530228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Simulación en el nivel “demuestra cómo”. Paciente virtual con lenguaje argentino y datos que surgen durante la entrevista.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39650-02A4-421C-AC8D-43E066A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Práctica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1E453-3C5D-4143-A15B-09B4AF5A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1: entrevista por texto con el caso demo.</a:t>
            </a:r>
          </a:p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2: entrevista por voz con micrófono.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7EB72-0CFC-49E9-BE36-7A9F31E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65757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11C13-E0E1-4167-B9EA-135A8348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Estudiante: espera de sesión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5c42a73f04173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5B9C0-8514-411E-ADE8-9E702FA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estudiante espera a que el evaluador inicie el encuentro; el consultorio se abre al detectar la sesión.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B0980-E694-482D-A576-040B256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876664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4AE27-6F8D-44F5-BF33-0A54C8C5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Estudiante: historial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900877eb14556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78EBD-DBD7-42F9-B35D-C978BD3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Desde el historial se pueden consultar sesiones anteriores y entrar en una conversación activa.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39ADD-46A7-424A-ABB6-E19DEDB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1957015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D9DD6-FCA5-4DE2-A739-3DA2A18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Actividad 1 · Entrevista por texto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a9d2858fe4530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040BD-BDB5-40BF-BD3F-19B51D7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estudiante formula preguntas al paciente virtual. También puede usar el micrófono para la actividad de entrevista por voz.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E3B37-1879-4951-B850-A7AE4F1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1171116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ECA32-D8E9-4D66-8920-C586BCB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Ficha clínica del estudiante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5276f165b41e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C04D0-7765-49D1-AAD6-78D2D56B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la derecha se ven triage, antecedentes y estudios. La resolución diagnóstica queda reservada al evaluador.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7B078-526C-4190-92B8-26ADD22E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1111008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2A31E-7B0C-43FD-8270-CCA2126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333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Encuentro 2 · Gestión docente y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621C-075A-4650-81AE-CE47ED74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04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Objetivo: gestionar casos y estudiantes, iniciar simulaciones y evaluar la comunicación clínica.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11DD-6E84-4AB7-872A-532DC74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Gestión y evaluación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6592E-0B09-47D6-93A2-5816442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Banco de pacientes, asignación de estudiantes, 25 ítems SEGUE y reporte PDF.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75B4-2F35-477B-BB74-D54A2937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Práctica 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9ACE3-60D1-4768-997D-654D73D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3: diseñar un caso con información espontánea y condicional.</a:t>
            </a:r>
          </a:p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4: evaluación cruzada entre compañeros.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3484-61FF-4122-B972-E01691E7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2095258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156E6-FB49-414F-A855-4F8E9FE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Banco de pacientes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4d8a048704ed5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FD4A9-22D5-49EF-B07B-39381FD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docente revisa los casos disponibles, edita uno existente o inicia la creación de un paciente.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087F5-7B53-4385-8206-FFD5E1C5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108151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CE95B-F2CF-45BC-86CE-79D1887C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situación inicial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85ac54b9400c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59F74-DC00-4A68-9756-483BC53A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Cargá identidad, motivo de consulta y voz. Los campos marcados con asterisco sostienen la conversación.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95A57-9FB2-44E0-BB71-82AA1BD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002608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E943D-3452-4D26-ABB0-CD9B806B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perspectiva del paciente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23b05832b401a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7D32C-B118-491A-B5A3-52503DCA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Definí qué cree o teme, cómo le afecta el problema y qué espera de la consulta.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9CB1E-E73C-4ACB-89AC-BC0E9261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573826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40D4F-B946-442C-AADF-33E4FA1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revelación progresiva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01689794c415d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3077F-3EB2-44B4-B7A7-1531317C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Separá lo que cuenta al inicio, lo que amplía ante preguntas abiertas y lo que responde a preguntas concretas.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544C4-11F2-4719-8F86-207D754B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25381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65D04-BEA2-489F-8696-0EFCCC3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datos clínicos visibles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f5a35b5034386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86B06-2A5B-4F0A-B881-37265A9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Los datos administrativos y antecedentes de este paso aparecen en la ficha clínica del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79E65-C11F-456A-AEA5-AC37143D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859935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BF4C-9CA4-4CA7-AF8F-40B0461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resolución para el evaluador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5687cdc0d4d77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68ACB-DF56-46CD-9622-B2FBDF6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Completá diagnóstico y plan. Al terminar el último paso, usá Guardar paciente.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A4DE0-6FDD-49A1-8317-E8ED129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508988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BC19F-6C82-449B-913A-685E154B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Administración de estudiantes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ef88a5a4408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84417-5EA1-40B5-A46C-CBE2E5E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Revisá el padrón y abrí el formulario de alta desde Nuevo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2B36C-63EB-4DFF-B848-90F610A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829549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9EEC4-D537-432D-A54B-755B7FCA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Alta de estudiantes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2f863f4a149e5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94694-0752-4DF2-B6D8-DC4671D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Registrá el legajo o DNI y el nombre completo antes de guardar.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458CB-7AAE-4A6E-9BA1-CDCC8F7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6858794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C941D-DF4E-405D-8C27-53389518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Panel de conversaciones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126e2376b4e5c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90050-B2FE-4D6E-8EE1-B7FE2C82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Consultá el estado de cada simulación y abrí un encuentro para observarlo o evaluarlo.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4EF82-D5E5-4315-BC46-0F2188A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4908867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3C6A0-B8A4-4880-A7D3-05DD871E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Inicio de una simulación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e1b1a5f764a96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0333-0D49-45DD-AD32-A357227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Elegí paciente, estudiante y evaluador. Iniciar simulación habilita el encuentro.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3EEAC-839D-4D98-86FE-B8AC9778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6972220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10AED-B72A-4667-8DE1-C8C80A9B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Evaluación estructurada SEGUE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89ef82c62414d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5275E-15FE-40A9-AA7C-3EDE508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Leé la transcripción, marcá los 25 ítems SEGUE, anotá observaciones y descargá el reporte PDF.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04AF-E64A-4D4F-8DB5-54C5D60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959845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2026-09-21T02:54:44.6960000Z</dcterms:created>
  <dcterms:modified xsi:type="dcterms:W3CDTF">2026-09-21T02:54:44.6960000Z</dcterms:modified>
</coreProperties>
</file>